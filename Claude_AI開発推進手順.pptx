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4F46E5">
              <a:alpha val="4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4114800"/>
            <a:ext cx="2743200" cy="274320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× DEVELOPMENT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AI 開発推進手順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実プロンプト付き  -  5ステップで再利用できるAI開発フロー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4630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31920"/>
            <a:ext cx="6858000" cy="146304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Android 滞在人数カウントアプリ (OccupancyCounter)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754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CameraX × ML Kit Face Detection × OkHttp × Cloudflare Tunnel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堤 義裕  |  2026-05-03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再利用できる5サイクル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要件確認 → タスク分解 → 段階的実装 → 連携先確認 → エラー駆動修正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19456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194560"/>
            <a:ext cx="2103120" cy="16459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06040"/>
            <a:ext cx="1005840" cy="10058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816352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要件の言語化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選択肢付き質問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97480" y="219456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97480" y="2194560"/>
            <a:ext cx="2103120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2606040"/>
            <a:ext cx="1005840" cy="10058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816352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9748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78892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タスク分解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78892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TodoListで可視化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029200" y="219456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029200" y="2194560"/>
            <a:ext cx="21031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577840" y="260604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816352"/>
            <a:ext cx="594360" cy="5943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512064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段階的実装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512064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依存関係の浅い順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60920" y="219456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60920" y="2194560"/>
            <a:ext cx="210312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909560" y="260604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816352"/>
            <a:ext cx="594360" cy="5943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36092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745236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連携先実態確認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45236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スクショ／HTML共有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9692640" y="2194560"/>
            <a:ext cx="2103120" cy="32004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692640" y="2194560"/>
            <a:ext cx="2103120" cy="16459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0241280" y="2606040"/>
            <a:ext cx="1005840" cy="10058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2816352"/>
            <a:ext cx="594360" cy="5943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692640" y="3749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9784080" y="4069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エラー駆動リファイン</a:t>
            </a:r>
            <a:endParaRPr lang="en-US" sz="1800" dirty="0"/>
          </a:p>
        </p:txBody>
      </p:sp>
      <p:sp>
        <p:nvSpPr>
          <p:cNvPr id="39" name="Text 32"/>
          <p:cNvSpPr/>
          <p:nvPr/>
        </p:nvSpPr>
        <p:spPr>
          <a:xfrm>
            <a:off x="9784080" y="4663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StackTrace全文</a:t>
            </a:r>
            <a:endParaRPr lang="en-US" sz="11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7168" y="3703320"/>
            <a:ext cx="192024" cy="192024"/>
          </a:xfrm>
          <a:prstGeom prst="rect">
            <a:avLst/>
          </a:prstGeom>
        </p:spPr>
      </p:pic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3703320"/>
            <a:ext cx="192024" cy="192024"/>
          </a:xfrm>
          <a:prstGeom prst="rect">
            <a:avLst/>
          </a:prstGeom>
        </p:spPr>
      </p:pic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608" y="3703320"/>
            <a:ext cx="192024" cy="192024"/>
          </a:xfrm>
          <a:prstGeom prst="rect">
            <a:avLst/>
          </a:prstGeom>
        </p:spPr>
      </p:pic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2328" y="3703320"/>
            <a:ext cx="192024" cy="192024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Android / Web / バックエンド … どの開発でも流用可能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要件の言語化と選択肢提示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607040" y="2286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93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短い指示には Claude 側に「選択肢付きで質問させる」と認識齟齬が減る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実際に入力したプロンプト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4028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ANDOROID STUDIOで開発をしたいので、ANDROID
</a:t>
            </a:r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のカメラから「滞在人数カウント」をしたいです。
</a:t>
            </a:r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この「滞在人数カウント」、アンドロイドで動く
</a:t>
            </a:r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アプリで、ファイル形式も .apk 形式です。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が返した 4 つの選択肢付き質問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質問項目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選択肢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検出方式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ML Kit Face / Object Detection / TensorFlow Lite / MediaPipe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カウント方式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スナップショット型 / 入退室型 / 両方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サーバー連携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Cloudflare送信 / ローカル / 両方対応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ビルド方式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ソース提供 / サンドボックス生成 / 両方</a:t>
                      </a:r>
                      <a:endParaRPr lang="en-US" sz="11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640080" y="411480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4114800"/>
            <a:ext cx="91440" cy="228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再利用テンプレート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68680" y="4572000"/>
            <a:ext cx="10698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【目的】&lt;何を作りたいか1-2行&gt;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【プラットフォーム】&lt;例: Android Studio / Web / API&gt;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【入出力】 入力: &lt;例: スマホ内蔵カメラ映像&gt;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出力: &lt;例: .apk / REST API レスポンス&gt;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【関連環境】&lt;連携先URL、既存システム、社内ルール等&gt;
</a:t>
            </a:r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要件が曖昧な箇所は、選択肢付きで質問してください。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タスク分解と進捗の可視化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607040" y="2286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93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中規模以上（3ファイル以上 / 3ステップ以上）は必ずタスク化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自動生成された TodoList（5タスク）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48840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585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945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build.gradle.kts と AndroidManifest.xml の作成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949440" y="226771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done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40080" y="2715768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2549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7614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MainActivity.kt と FaceAnalyzer.kt の実装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949440" y="28346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done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40080" y="3282696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9242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32841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SettingsActivity.kt と ServerClient.kt の実装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949440" y="34015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done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40080" y="3849624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5935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389534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レイアウトXML、リソース、テーマ作成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949440" y="396849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done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640080" y="4416552"/>
            <a:ext cx="6858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526280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43000" y="44622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README作成と最終検証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949440" y="4535424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done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7863840" y="173736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8092440" y="1874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再利用テンプレート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809244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自動でタスク化されない時は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下記を追加で入力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8092440" y="2926080"/>
            <a:ext cx="33375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092440" y="301752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作業に着手する前に、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TodoList（タスク分解）を作って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進捗を可視化してください。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1タスクずつ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in_progress / completed を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更新しながら進めてください。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ファイル一括生成（プロジェクトの土台作り）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607040" y="2286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93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依存関係の浅い順に生成すると、後続から前を参照する破綻が起きにくい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828800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41248" y="1938528"/>
            <a:ext cx="384048" cy="384048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199339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7160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ビルド構成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46120" y="190195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build.gradle.kts / AndroidManifest.xml / settings.gradle.kts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" y="2542032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" y="2651760"/>
            <a:ext cx="384048" cy="384048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270662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371600" y="25877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ロジック層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246120" y="26151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FaceAnalyzer.kt / ServerClient.kt / AppPrefs.kt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31520" y="3255264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1248" y="336499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341985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71600" y="33009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画面層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46120" y="332841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MainActivity.kt / SettingsActivity.kt / レイアウトXML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31520" y="3968496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1248" y="407822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248" y="413308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371600" y="401421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246120" y="40416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strings.xml / themes.xml / colors.xml / アイコン一式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1520" y="4681728"/>
            <a:ext cx="68580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41248" y="4791456"/>
            <a:ext cx="384048" cy="38404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1248" y="48463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371600" y="472744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ドキュメント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246120" y="4754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README.md (使い方・トラブルシュート)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046720" y="1828800"/>
            <a:ext cx="3566160" cy="2194560"/>
          </a:xfrm>
          <a:prstGeom prst="roundRect">
            <a:avLst>
              <a:gd name="adj" fmla="val 41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46720" y="192024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8000" dirty="0"/>
          </a:p>
        </p:txBody>
      </p:sp>
      <p:sp>
        <p:nvSpPr>
          <p:cNvPr id="35" name="Text 32"/>
          <p:cNvSpPr/>
          <p:nvPr/>
        </p:nvSpPr>
        <p:spPr>
          <a:xfrm>
            <a:off x="804672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FILES GENERATED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04672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Kotlin / XML / Gradle / PNG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046720" y="420624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8046720" y="4206240"/>
            <a:ext cx="73152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75320" y="42976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テンプレ：機能追加依頼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75320" y="4617720"/>
            <a:ext cx="32461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&lt;機能名&gt;を追加してください。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関連ファイル: &lt;ファイル名&gt;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期待する挙動: &lt;挙動&gt;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影響範囲: &lt;UI/Pref等&gt;
</a:t>
            </a:r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依存関係の浅い順に編集 →
</a:t>
            </a:r>
            <a:pPr indent="0" marL="0">
              <a:buNone/>
            </a:pPr>
            <a:r>
              <a:rPr lang="en-US" sz="9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差分を都度提示してください。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連携先システムの実態確認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607040" y="2286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93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WebFetchが届かない自社／社内システムは、スクリーンショットが最速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APPROACH A : URL を直接渡す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6868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入力プロンプト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68680" y="269748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60120" y="2788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以下のURLを分析して会議室の予約状況を確認してください。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https://bright-amendments-employer-notebooks.trycloudflare.com/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6868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68680" y="3977640"/>
            <a:ext cx="5029200" cy="219456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05840" y="4114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Cowork環境のネットワーク許可リストに *.trycloudflare.com が無いため WebFetch が失敗。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005840" y="49377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Settings → Capabilities でドメイン追加が必要。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社内システム / 認証必須サイトでも同様の問題が発生。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355080" y="18288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55080" y="1828800"/>
            <a:ext cx="5486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202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APPROACH B : スクショに切替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58368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入力プロンプト + 画面キャプチャ添付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583680" y="269748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675120" y="27889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以下のスナップショットから会議室の利用状況を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確認してください。（画像を添付）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58368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が抽出した情報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583680" y="3977640"/>
            <a:ext cx="5029200" cy="219456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766560" y="41148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4室構成（大/中/小会議室・個別ブース）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各室の定員と現在カウント値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タイムラインビュー（08:00〜20:59）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「人数推移」グラフの存在 → API連携先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次の予約時刻まで読み取り可能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エラー駆動のリファイン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607040" y="228600"/>
            <a:ext cx="777240" cy="7772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3931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Stack Trace は省略せず全文を貼る - Caused by: 以降に真の原因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783080"/>
            <a:ext cx="91440" cy="1828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CASE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Gradle Wrapper 不足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症状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4173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gradle がどプさしません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対処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173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から git clone で gradle-wrapper.jar / gradlew.bat を取得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17830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1783080"/>
            <a:ext cx="91440" cy="18288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3F5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CASE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非ASCIIパスエラー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83680" y="2606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症状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32320" y="2606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project path contains non-ASCII characters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2926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対処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323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gradle.properties に android.overridePathCheck=true を追記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3794760"/>
            <a:ext cx="10972800" cy="2560320"/>
          </a:xfrm>
          <a:prstGeom prst="roundRect">
            <a:avLst>
              <a:gd name="adj" fmla="val 357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再利用テンプレート - エラー報告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68680" y="4251960"/>
            <a:ext cx="10515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4343400"/>
            <a:ext cx="10515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以下のエラーが出ました。原因特定と修正案を提示してください。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操作: </a:t>
            </a:r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&lt;例: Android Studio で Sync Project&gt;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環境: </a:t>
            </a:r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&lt;例: Windows 11, AGP 8.13.2, Gradle 8.13&gt;
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ログ全文（</a:t>
            </a:r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省略せず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貼る）:
</a:t>
            </a:r>
            <a:pPr indent="0" marL="0">
              <a:buNone/>
            </a:pPr>
            <a:r>
              <a:rPr lang="en-US" sz="1100" dirty="0">
                <a:solidFill>
                  <a:srgbClr val="EE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&lt;Stack Trace 全文&gt;
</a:t>
            </a:r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修正後、トラブルシューティング章をREADMEに追記してください。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ステップ別 プロンプト早見表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急ぎの時はこの1行で開始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777240" cy="7772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9751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要件確認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0" y="19659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&lt;目的&gt; を作りたい。曖昧な箇所は選択肢付きで質問して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88920"/>
            <a:ext cx="77724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88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554480" y="28437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タスク分解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TodoList作って進捗を逐次更新しながら進めて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7772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54480" y="37124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5448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0" y="3703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&lt;機能&gt; を追加。依存関係の浅い順に編集して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526280"/>
            <a:ext cx="77724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554480" y="45811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連携先確認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4937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45720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（スクショ添付）この画面の構造を抽出して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3949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394960"/>
            <a:ext cx="777240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394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554480" y="544982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エラー対処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54480" y="5806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54406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（StackTrace全文）原因特定と修正案を提示して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ROLE SPLIT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役割分担マトリクス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Claudeに任せること / 人間が判断すること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37160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1920240"/>
            <a:ext cx="4800600" cy="5486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2280" y="1920240"/>
            <a:ext cx="48006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0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PHASE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07568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51760" y="19202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Claudeに任せる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756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202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人間が判断する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468880"/>
            <a:ext cx="10972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246888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286000" y="24688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選択肢の整理 / 技術スタック比較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086600" y="246888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最終選択 / 業務制約の提示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3337560"/>
            <a:ext cx="10972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333756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2286000" y="33375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コード生成 / 依存解決 / 設定ファイル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086600" y="333756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動作する環境の準備 (SDK、デバイス)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40080" y="4206240"/>
            <a:ext cx="10972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420624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2286000" y="42062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エラー解析 / 修正パッチ生成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086600" y="420624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実機検証 / UI/UX評価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0080" y="5074920"/>
            <a:ext cx="10972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22960" y="507492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2286000" y="5074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トラブルシューティング文書化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086600" y="5074920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本番環境への配置 / 固定URL化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今回のプロジェクト成果物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OccupancyCounter - 36 ファイル / Kotlin × CameraX × ML Kit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260604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574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920240"/>
            <a:ext cx="2606040" cy="914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0574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7472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920240"/>
            <a:ext cx="260604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0574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API24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MIN SDK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19202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1920240"/>
            <a:ext cx="260604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0574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44000" y="2926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VERSION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5577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520440"/>
            <a:ext cx="91440" cy="2743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" y="393192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言語:    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Kotlin 1.9.22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カメラ:  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CameraX 1.3.1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顔検出:  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Kit Face Detection (オフライン)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通信:    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 4.12.0 (JSON POST)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ビルド:  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Gradle 9.1 / AGP 9.0.1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出力:        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app-debug.apk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520440"/>
            <a:ext cx="52120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0" y="3520440"/>
            <a:ext cx="91440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DATA FLOW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411480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4343400"/>
            <a:ext cx="457200" cy="457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583680" y="5074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680960" y="457200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001000" y="411480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343400"/>
            <a:ext cx="457200" cy="4572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818120" y="5074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ML Kit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8915400" y="457200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9235440" y="411480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4343400"/>
            <a:ext cx="457200" cy="4572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052560" y="5074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Count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10149840" y="4572000"/>
            <a:ext cx="3200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5"/>
          <p:cNvSpPr/>
          <p:nvPr/>
        </p:nvSpPr>
        <p:spPr>
          <a:xfrm>
            <a:off x="10469880" y="4114800"/>
            <a:ext cx="914400" cy="91440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4343400"/>
            <a:ext cx="457200" cy="4572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0287000" y="5074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Server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6629400" y="5532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 → ML Kit Face Detection → 顔数集計 → Cloudflare Endpoint</a:t>
            </a:r>
            <a:endParaRPr lang="en-US" sz="1100" dirty="0"/>
          </a:p>
        </p:txBody>
      </p:sp>
      <p:sp>
        <p:nvSpPr>
          <p:cNvPr id="44" name="Text 38"/>
          <p:cNvSpPr/>
          <p:nvPr/>
        </p:nvSpPr>
        <p:spPr>
          <a:xfrm>
            <a:off x="6629400" y="5852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/api/occupancy  {device_id, count, timestamp}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AIの良し悪しではなく、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プロンプトの構造で結果が決まる。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選択肢付き質問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曖昧な指示は Claude に分解させる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進捗の可視化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TodoList で抜け漏れを防ぐ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4206240"/>
            <a:ext cx="365760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4343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4663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全文を渡す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49640" y="5166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F2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Stack Trace は省略しない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Claude × Yoshihiro Tsutsumi  |  2026-05-03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開発推進手順</dc:title>
  <dc:subject>PptxGenJS Presentation</dc:subject>
  <dc:creator>Yoshihiro Tsutsumi</dc:creator>
  <cp:lastModifiedBy>Yoshihiro Tsutsumi</cp:lastModifiedBy>
  <cp:revision>1</cp:revision>
  <dcterms:created xsi:type="dcterms:W3CDTF">2026-05-02T16:52:44Z</dcterms:created>
  <dcterms:modified xsi:type="dcterms:W3CDTF">2026-05-02T16:52:44Z</dcterms:modified>
</cp:coreProperties>
</file>